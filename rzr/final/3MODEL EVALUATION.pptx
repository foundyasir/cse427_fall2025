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9" d="100"/>
          <a:sy n="149" d="100"/>
        </p:scale>
        <p:origin x="504" y="11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4T05:16:11.38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201 166 24575,'0'9'0,"0"0"0,-1 0 0,0-1 0,0 1 0,-1 0 0,0-1 0,-1 1 0,-4 10 0,-2-4 0,0 1 0,0-2 0,-15 17 0,14-19 0,-11 15 0,-25 43 0,41-64 0,2 1 0,-1 0 0,1 0 0,0 0 0,0 1 0,1-1 0,0 1 0,1-1 0,-1 1 0,1 0 0,1 0 0,0 10 0,1-14 0,0-1 0,1 0 0,-1 0 0,1 0 0,0 0 0,0 0 0,0 0 0,0 0 0,1 0 0,-1-1 0,1 0 0,-1 1 0,1-1 0,0 0 0,0 0 0,0 0 0,0-1 0,0 1 0,0-1 0,7 2 0,28 21 0,-37-23 0,0 0 0,0 0 0,0 0 0,0 0 0,0 1 0,-1-1 0,1 0 0,0 1 0,-1-1 0,1 0 0,-1 1 0,1-1 0,-1 1 0,0-1 0,1 1 0,-1-1 0,0 1 0,0-1 0,0 1 0,0 0 0,0-1 0,-1 1 0,1-1 0,-1 3 0,-1 0 0,0 1 0,0-1 0,0 0 0,-1-1 0,1 1 0,-1 0 0,0-1 0,0 1 0,0-1 0,-1 0 0,1 0 0,-1 0 0,0 0 0,-5 2 0,8-4 0,0 0 0,0 0 0,0-1 0,-1 1 0,1 0 0,0-1 0,-1 1 0,1-1 0,-1 0 0,1 1 0,-1-1 0,1 0 0,0 0 0,-1 0 0,1 0 0,-1 0 0,1 0 0,-1 0 0,1 0 0,-1-1 0,1 1 0,-1 0 0,1-1 0,0 1 0,-1-1 0,1 0 0,0 1 0,0-1 0,-1 0 0,1 0 0,0 0 0,0 0 0,0 0 0,0 0 0,0 0 0,0 0 0,0-1 0,1 1 0,-1 0 0,0 0 0,0-1 0,1 1 0,-1 0 0,1-1 0,-1-2 0,-7-28 0,2 0 0,0 0 0,3-1 0,0 0 0,3 1 0,2-38 0,34-196 0,-33 249 0,12-55 0,-14 66 0,1 1 0,-1 0 0,1-1 0,1 1 0,-1 0 0,1 0 0,-1 0 0,2 1 0,-1-1 0,4-4 0,-4 7 0,-1 1 0,1-1 0,-1 1 0,1-1 0,0 1 0,-1 0 0,1 0 0,0 0 0,0 0 0,0 0 0,0 1 0,0-1 0,0 1 0,0 0 0,0 0 0,0 0 0,0 0 0,0 1 0,5 1 0,-6-2 0,0 0 0,-1 1 0,1-1 0,-1 1 0,1 0 0,-1-1 0,1 1 0,-1 0 0,1 0 0,-1 0 0,0 0 0,1 0 0,-1 0 0,0 1 0,0-1 0,0 0 0,0 1 0,0-1 0,0 1 0,0-1 0,-1 1 0,1-1 0,0 1 0,-1-1 0,1 1 0,-1 0 0,0-1 0,1 1 0,-1 0 0,0-1 0,0 1 0,0 0 0,0-1 0,0 1 0,-1 2 0,-18 52-1365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b00939a056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b00939a056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b00939a056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b00939a056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b00939a056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b00939a056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b00939a05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b00939a05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b00939a056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b00939a056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customXml" Target="../ink/ink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Evaluation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1" name="Google Shape;6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225" y="111000"/>
            <a:ext cx="8931726" cy="4908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2125" y="160275"/>
            <a:ext cx="8855351" cy="4842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16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5" name="Google Shape;7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1575" y="37525"/>
            <a:ext cx="8736450" cy="4743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82" name="Google Shape;8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394428" y="220752"/>
            <a:ext cx="10538429" cy="4542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89" name="Google Shape;8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2700"/>
            <a:ext cx="9144001" cy="4720575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D1BF452-F634-4631-9348-4A6286791443}"/>
                  </a:ext>
                </a:extLst>
              </p14:cNvPr>
              <p14:cNvContentPartPr/>
              <p14:nvPr/>
            </p14:nvContentPartPr>
            <p14:xfrm>
              <a:off x="4454630" y="2983866"/>
              <a:ext cx="72720" cy="2602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D1BF452-F634-4631-9348-4A628679144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391990" y="2920866"/>
                <a:ext cx="198360" cy="3859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On-screen Show (16:9)</PresentationFormat>
  <Paragraphs>1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8" baseType="lpstr">
      <vt:lpstr>Arial</vt:lpstr>
      <vt:lpstr>Simple Light</vt:lpstr>
      <vt:lpstr>Model Evaluation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 Evaluation </dc:title>
  <cp:lastModifiedBy>Riazul Islam Rifat</cp:lastModifiedBy>
  <cp:revision>1</cp:revision>
  <dcterms:modified xsi:type="dcterms:W3CDTF">2025-12-14T05:16:16Z</dcterms:modified>
</cp:coreProperties>
</file>